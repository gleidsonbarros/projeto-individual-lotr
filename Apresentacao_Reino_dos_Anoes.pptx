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Reino dos </a:t>
            </a:r>
            <a:r>
              <a:rPr dirty="0" err="1"/>
              <a:t>Anões</a:t>
            </a:r>
            <a:r>
              <a:rPr dirty="0"/>
              <a:t> – </a:t>
            </a:r>
            <a:br>
              <a:rPr lang="pt-BR" dirty="0"/>
            </a:br>
            <a:r>
              <a:rPr dirty="0" err="1"/>
              <a:t>Apresentação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temático inspirado no universo de Tolkien</a:t>
            </a:r>
          </a:p>
          <a:p>
            <a:r>
              <a:t>Site responsivo, imersivo e interativo</a:t>
            </a:r>
          </a:p>
          <a:p>
            <a:r>
              <a:t>By: Gleidson Barros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Site </a:t>
            </a:r>
            <a:r>
              <a:rPr dirty="0" err="1"/>
              <a:t>inspirado</a:t>
            </a:r>
            <a:r>
              <a:rPr dirty="0"/>
              <a:t> no </a:t>
            </a:r>
            <a:r>
              <a:rPr dirty="0" err="1"/>
              <a:t>povo</a:t>
            </a:r>
            <a:r>
              <a:rPr dirty="0"/>
              <a:t> </a:t>
            </a:r>
            <a:r>
              <a:rPr dirty="0" err="1"/>
              <a:t>anão</a:t>
            </a:r>
            <a:r>
              <a:rPr dirty="0"/>
              <a:t> da Terra </a:t>
            </a:r>
            <a:r>
              <a:rPr dirty="0" err="1"/>
              <a:t>Média</a:t>
            </a:r>
            <a:endParaRPr lang="pt-BR" dirty="0"/>
          </a:p>
          <a:p>
            <a:pPr marL="0" indent="0">
              <a:buNone/>
            </a:pPr>
            <a:endParaRPr dirty="0"/>
          </a:p>
          <a:p>
            <a:r>
              <a:rPr dirty="0"/>
              <a:t>• </a:t>
            </a:r>
            <a:r>
              <a:rPr dirty="0" err="1"/>
              <a:t>Contém</a:t>
            </a:r>
            <a:r>
              <a:rPr dirty="0"/>
              <a:t> Home, Login, </a:t>
            </a:r>
            <a:r>
              <a:rPr dirty="0" err="1"/>
              <a:t>Cadastro</a:t>
            </a:r>
            <a:r>
              <a:rPr dirty="0"/>
              <a:t> e </a:t>
            </a:r>
            <a:r>
              <a:rPr dirty="0" err="1"/>
              <a:t>Conteúdo</a:t>
            </a:r>
            <a:r>
              <a:rPr dirty="0"/>
              <a:t> Histórico</a:t>
            </a:r>
          </a:p>
          <a:p>
            <a:r>
              <a:rPr dirty="0"/>
              <a:t>• </a:t>
            </a:r>
            <a:r>
              <a:rPr dirty="0" err="1"/>
              <a:t>Estética</a:t>
            </a:r>
            <a:r>
              <a:rPr dirty="0"/>
              <a:t> </a:t>
            </a:r>
            <a:r>
              <a:rPr dirty="0" err="1"/>
              <a:t>baseada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tons </a:t>
            </a:r>
            <a:r>
              <a:rPr dirty="0" err="1"/>
              <a:t>escuros</a:t>
            </a:r>
            <a:r>
              <a:rPr dirty="0"/>
              <a:t> e </a:t>
            </a:r>
            <a:r>
              <a:rPr dirty="0" err="1"/>
              <a:t>dourado</a:t>
            </a:r>
            <a:endParaRPr dirty="0"/>
          </a:p>
          <a:p>
            <a:r>
              <a:rPr dirty="0"/>
              <a:t>• Feito com HTML, CSS, JavaScript e Fetch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Home.html – Página inicial</a:t>
            </a:r>
          </a:p>
          <a:p>
            <a:r>
              <a:t>• Login3.html – Autenticação</a:t>
            </a:r>
          </a:p>
          <a:p>
            <a:r>
              <a:t>• Cadastro.html – Registro de usuários</a:t>
            </a:r>
          </a:p>
          <a:p>
            <a:r>
              <a:t>• js/sessao.js – Controle de sessão</a:t>
            </a:r>
          </a:p>
          <a:p>
            <a:r>
              <a:t>• css/ – Estilos responsivos</a:t>
            </a:r>
          </a:p>
          <a:p>
            <a:r>
              <a:t>• assets/ – Imagens e ícones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HTML para </a:t>
            </a:r>
            <a:r>
              <a:rPr dirty="0" err="1"/>
              <a:t>estrutura</a:t>
            </a:r>
            <a:endParaRPr dirty="0"/>
          </a:p>
          <a:p>
            <a:r>
              <a:rPr dirty="0"/>
              <a:t>• CSS com Flex</a:t>
            </a:r>
            <a:r>
              <a:rPr lang="pt-BR" dirty="0"/>
              <a:t>-</a:t>
            </a:r>
            <a:r>
              <a:rPr dirty="0"/>
              <a:t>Grid para layout </a:t>
            </a:r>
            <a:r>
              <a:rPr dirty="0" err="1"/>
              <a:t>responsivo</a:t>
            </a:r>
            <a:endParaRPr dirty="0"/>
          </a:p>
          <a:p>
            <a:r>
              <a:rPr dirty="0"/>
              <a:t>• JavaScript para </a:t>
            </a:r>
            <a:r>
              <a:rPr dirty="0" err="1"/>
              <a:t>lógica</a:t>
            </a:r>
            <a:r>
              <a:rPr dirty="0"/>
              <a:t> e </a:t>
            </a:r>
            <a:r>
              <a:rPr dirty="0" err="1"/>
              <a:t>validações</a:t>
            </a:r>
            <a:endParaRPr dirty="0"/>
          </a:p>
          <a:p>
            <a:r>
              <a:rPr dirty="0"/>
              <a:t>• Fetch</a:t>
            </a:r>
            <a:r>
              <a:rPr lang="pt-BR" dirty="0"/>
              <a:t>/</a:t>
            </a:r>
            <a:r>
              <a:rPr dirty="0"/>
              <a:t>API para </a:t>
            </a:r>
            <a:r>
              <a:rPr dirty="0" err="1"/>
              <a:t>comunicação</a:t>
            </a:r>
            <a:r>
              <a:rPr dirty="0"/>
              <a:t> com o backend</a:t>
            </a:r>
          </a:p>
          <a:p>
            <a:r>
              <a:rPr dirty="0"/>
              <a:t>• </a:t>
            </a:r>
            <a:r>
              <a:rPr dirty="0" err="1"/>
              <a:t>SessionStorage</a:t>
            </a:r>
            <a:r>
              <a:rPr dirty="0"/>
              <a:t> para </a:t>
            </a:r>
            <a:r>
              <a:rPr dirty="0" err="1"/>
              <a:t>sessão</a:t>
            </a:r>
            <a:r>
              <a:rPr dirty="0"/>
              <a:t> do </a:t>
            </a:r>
            <a:r>
              <a:rPr dirty="0" err="1"/>
              <a:t>usuário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Cadastro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insere</a:t>
            </a:r>
            <a:r>
              <a:rPr dirty="0"/>
              <a:t> dados</a:t>
            </a:r>
          </a:p>
          <a:p>
            <a:r>
              <a:rPr dirty="0"/>
              <a:t>2. </a:t>
            </a:r>
            <a:r>
              <a:rPr lang="pt-BR" dirty="0"/>
              <a:t>V</a:t>
            </a:r>
            <a:r>
              <a:rPr dirty="0" err="1"/>
              <a:t>alida</a:t>
            </a:r>
            <a:r>
              <a:rPr lang="pt-BR" dirty="0" err="1"/>
              <a:t>ção</a:t>
            </a:r>
            <a:r>
              <a:rPr lang="pt-BR" dirty="0"/>
              <a:t> dos</a:t>
            </a:r>
            <a:r>
              <a:rPr dirty="0"/>
              <a:t> campos</a:t>
            </a:r>
            <a:r>
              <a:rPr lang="pt-BR" dirty="0"/>
              <a:t> através do JS</a:t>
            </a:r>
            <a:endParaRPr dirty="0"/>
          </a:p>
          <a:p>
            <a:r>
              <a:rPr dirty="0"/>
              <a:t>3. </a:t>
            </a:r>
            <a:r>
              <a:rPr dirty="0" err="1"/>
              <a:t>Envio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backend via Fetch POST</a:t>
            </a:r>
          </a:p>
          <a:p>
            <a:r>
              <a:rPr dirty="0"/>
              <a:t>4.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tratada</a:t>
            </a:r>
            <a:r>
              <a:rPr dirty="0"/>
              <a:t> no </a:t>
            </a:r>
            <a:r>
              <a:rPr dirty="0" err="1"/>
              <a:t>cliente</a:t>
            </a:r>
            <a:endParaRPr dirty="0"/>
          </a:p>
          <a:p>
            <a:r>
              <a:rPr dirty="0"/>
              <a:t>5. </a:t>
            </a:r>
            <a:r>
              <a:rPr dirty="0" err="1"/>
              <a:t>Redirecionamento</a:t>
            </a:r>
            <a:r>
              <a:rPr dirty="0"/>
              <a:t> para 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de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informa</a:t>
            </a:r>
            <a:r>
              <a:rPr dirty="0"/>
              <a:t> email e </a:t>
            </a:r>
            <a:r>
              <a:rPr dirty="0" err="1"/>
              <a:t>senha</a:t>
            </a:r>
            <a:endParaRPr dirty="0"/>
          </a:p>
          <a:p>
            <a:r>
              <a:rPr dirty="0"/>
              <a:t>2. </a:t>
            </a:r>
            <a:r>
              <a:rPr dirty="0" err="1"/>
              <a:t>Validação</a:t>
            </a:r>
            <a:r>
              <a:rPr dirty="0"/>
              <a:t> local</a:t>
            </a:r>
          </a:p>
          <a:p>
            <a:r>
              <a:rPr dirty="0"/>
              <a:t>3. Fetch POST para </a:t>
            </a:r>
            <a:r>
              <a:rPr dirty="0" err="1"/>
              <a:t>autenticação</a:t>
            </a:r>
            <a:endParaRPr dirty="0"/>
          </a:p>
          <a:p>
            <a:r>
              <a:rPr dirty="0"/>
              <a:t>4. </a:t>
            </a:r>
            <a:r>
              <a:rPr dirty="0" err="1"/>
              <a:t>Recebe</a:t>
            </a:r>
            <a:r>
              <a:rPr dirty="0"/>
              <a:t> ID e </a:t>
            </a:r>
            <a:r>
              <a:rPr dirty="0" err="1"/>
              <a:t>salva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SessionStorage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pt-BR" dirty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Paleta: </a:t>
            </a:r>
            <a:r>
              <a:rPr dirty="0" err="1"/>
              <a:t>preto</a:t>
            </a:r>
            <a:r>
              <a:rPr dirty="0"/>
              <a:t>, </a:t>
            </a:r>
            <a:r>
              <a:rPr dirty="0" err="1"/>
              <a:t>cinza</a:t>
            </a:r>
            <a:r>
              <a:rPr dirty="0"/>
              <a:t>, </a:t>
            </a:r>
            <a:r>
              <a:rPr dirty="0" err="1"/>
              <a:t>dourado</a:t>
            </a:r>
            <a:r>
              <a:rPr lang="pt-BR" dirty="0"/>
              <a:t> e azul</a:t>
            </a:r>
            <a:endParaRPr dirty="0"/>
          </a:p>
          <a:p>
            <a:r>
              <a:rPr dirty="0"/>
              <a:t>• Tema</a:t>
            </a:r>
            <a:r>
              <a:rPr lang="pt-BR" dirty="0"/>
              <a:t>:</a:t>
            </a:r>
            <a:r>
              <a:rPr dirty="0"/>
              <a:t> </a:t>
            </a:r>
            <a:r>
              <a:rPr lang="pt-BR" dirty="0"/>
              <a:t>A</a:t>
            </a:r>
            <a:r>
              <a:rPr dirty="0"/>
              <a:t>n</a:t>
            </a:r>
            <a:r>
              <a:rPr lang="pt-BR" dirty="0" err="1"/>
              <a:t>ões</a:t>
            </a:r>
            <a:r>
              <a:rPr dirty="0"/>
              <a:t> </a:t>
            </a:r>
            <a:r>
              <a:rPr dirty="0" err="1"/>
              <a:t>inspirado</a:t>
            </a:r>
            <a:r>
              <a:rPr dirty="0"/>
              <a:t> </a:t>
            </a:r>
            <a:r>
              <a:rPr lang="pt-BR" dirty="0"/>
              <a:t>na Obra de</a:t>
            </a:r>
            <a:r>
              <a:rPr dirty="0"/>
              <a:t> </a:t>
            </a:r>
            <a:r>
              <a:rPr lang="pt-BR" dirty="0"/>
              <a:t>J.R.R.</a:t>
            </a:r>
            <a:r>
              <a:rPr dirty="0"/>
              <a:t>Tolkien</a:t>
            </a:r>
          </a:p>
          <a:p>
            <a:r>
              <a:rPr dirty="0"/>
              <a:t>• Boxes com sombra </a:t>
            </a:r>
            <a:r>
              <a:rPr dirty="0" err="1"/>
              <a:t>metálica</a:t>
            </a:r>
            <a:endParaRPr dirty="0"/>
          </a:p>
          <a:p>
            <a:r>
              <a:rPr dirty="0"/>
              <a:t>• Banner </a:t>
            </a:r>
            <a:r>
              <a:rPr dirty="0" err="1"/>
              <a:t>épico</a:t>
            </a:r>
            <a:r>
              <a:rPr dirty="0"/>
              <a:t> com </a:t>
            </a:r>
            <a:r>
              <a:rPr dirty="0" err="1"/>
              <a:t>ambientação</a:t>
            </a:r>
            <a:r>
              <a:rPr dirty="0"/>
              <a:t> de </a:t>
            </a:r>
            <a:r>
              <a:rPr dirty="0" err="1"/>
              <a:t>Khazad-dûm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Apesar de algumas dificuldades, estou bem contente com o que consegui produzir, foi um projeto desafiador, desde a parte de algoritmos, até conseguir salvar os dados de cadastro no banco de dados.</a:t>
            </a:r>
          </a:p>
          <a:p>
            <a:r>
              <a:rPr lang="pt-BR" dirty="0"/>
              <a:t>E pelo fato de ter sido bem desafiador, estou bem feliz com o que consegui produzir.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Agradecimento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• </a:t>
            </a:r>
            <a:r>
              <a:rPr lang="pt-BR" dirty="0"/>
              <a:t>Queria Agradecer primeiramente a Deus e a minha mulher, por sempre me apoiarem e estarem comigo me dando forças.</a:t>
            </a:r>
          </a:p>
          <a:p>
            <a:r>
              <a:rPr lang="pt-BR" dirty="0"/>
              <a:t>Queria agradecer também ao meu Sogro que sempre me apoiou, me deu dicas e investiu em mim todos esses meses, seja investimento de tempo ou dinheiro.</a:t>
            </a:r>
          </a:p>
          <a:p>
            <a:r>
              <a:rPr lang="pt-BR" dirty="0"/>
              <a:t>E Queria agradecer a todos os professores pela dedicação em ensinar e pela preocupação com os alunos como um todo! Pois hoje somos melhores do que Ontem e somos melhores do que quando entramos aqui! </a:t>
            </a:r>
          </a:p>
          <a:p>
            <a:r>
              <a:rPr lang="pt-BR" dirty="0"/>
              <a:t>Muito obrigado!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403</Words>
  <Application>Microsoft Office PowerPoint</Application>
  <PresentationFormat>Apresentação na tela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Reino dos Anões –  Apresentação</vt:lpstr>
      <vt:lpstr>Visão Geral do Projeto</vt:lpstr>
      <vt:lpstr>Estrutura do Projeto</vt:lpstr>
      <vt:lpstr>Tecnologias Utilizadas</vt:lpstr>
      <vt:lpstr>Fluxo de Cadastro</vt:lpstr>
      <vt:lpstr>Fluxo de Login</vt:lpstr>
      <vt:lpstr> Design</vt:lpstr>
      <vt:lpstr>Conclusão</vt:lpstr>
      <vt:lpstr>Agradecimento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GLEIDSON NATANAEL BARROS .</cp:lastModifiedBy>
  <cp:revision>2</cp:revision>
  <dcterms:created xsi:type="dcterms:W3CDTF">2013-01-27T09:14:16Z</dcterms:created>
  <dcterms:modified xsi:type="dcterms:W3CDTF">2025-12-01T09:47:29Z</dcterms:modified>
  <cp:category/>
</cp:coreProperties>
</file>